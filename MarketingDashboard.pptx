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elId0"/>
    <p:sldId id="258" r:id="RelId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 snapToGrid="0" snapToObjects="1">
      <p:cViewPr varScale="1">
        <p:scale>
          <a:sx n="72" d="100"/>
          <a:sy n="72" d="100"/>
        </p:scale>
        <p:origin x="84" y="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elId0" /><Relationship Type="http://schemas.openxmlformats.org/officeDocument/2006/relationships/slide" Target="/ppt/slides/slide3.xml" Id="RelId1" /></Relationships>
</file>

<file path=ppt/notesSlides/notesSlide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Money spent on each campaign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Distribution of Leads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Distribution of Conversions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Total Leads by Campaign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Total Spend by Campaign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7.xml" Id="rId1" /><Relationship Type="http://schemas.openxmlformats.org/officeDocument/2006/relationships/image" Target="../media/image3.png" Id="rId5" /><Relationship Type="http://schemas.openxmlformats.org/officeDocument/2006/relationships/image" Target="../media/image2.png" Id="rId4" /><Relationship Type="http://schemas.openxmlformats.org/officeDocument/2006/relationships/hyperlink" Target="https://app.powerbi.com/groups/me/reports/303a4838-9586-4827-bce4-a88ab5efd579?pbi_source=PowerPoint" TargetMode="External" Id="coverSlideHpLink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.xml" Id="R4289c71ed8a749b7" /><Relationship Type="http://schemas.openxmlformats.org/officeDocument/2006/relationships/slideLayout" Target="/ppt/slideLayouts/slideLayout8.xml" Id="Rc6c2480b099f4285" /><Relationship Type="http://schemas.openxmlformats.org/officeDocument/2006/relationships/hyperlink" Target="https://app.powerbi.com/groups/me/reports/303a4838-9586-4827-bce4-a88ab5efd579/?pbi_source=PowerPoint" TargetMode="External" Id="RelId0" /><Relationship Type="http://schemas.openxmlformats.org/officeDocument/2006/relationships/image" Target="/ppt/media/image4.png" Id="imgId750331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notesSlide" Target="/ppt/notesSlides/notesSlide2.xml" Id="R54b106d7c8404293" /><Relationship Type="http://schemas.openxmlformats.org/officeDocument/2006/relationships/slideLayout" Target="/ppt/slideLayouts/slideLayout8.xml" Id="R9a1d6ceaddf441cf" /><Relationship Type="http://schemas.openxmlformats.org/officeDocument/2006/relationships/hyperlink" Target="https://app.powerbi.com/groups/me/reports/303a4838-9586-4827-bce4-a88ab5efd579/?pbi_source=PowerPoint" TargetMode="External" Id="RelId1" /><Relationship Type="http://schemas.openxmlformats.org/officeDocument/2006/relationships/image" Target="/ppt/media/image5.png" Id="imgId75033165" /></Relationships>
</file>

<file path=ppt/slides/slide1.xml><?xml version="1.0" encoding="utf-8"?>
<p:sld xmlns:adec="http://schemas.microsoft.com/office/drawing/2017/decorative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MarketingDashboard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coverSlideHpLink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09/03/2026 10:38:57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09/03/2026 09:44:03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card ,card ,card ,card ,Money spent on each campaign ,slicer ,textbox. Please refer to the notes on this slide for details">
            <a:hlinkClick xmlns:r="http://schemas.openxmlformats.org/officeDocument/2006/relationships" xmlns:a="http://schemas.openxmlformats.org/drawingml/2006/main" r:id="RelId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7503316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cards</a:t>
            </a:r>
          </a:p>
        </p:txBody>
      </p:sp>
    </p:spTree>
    <p:clrMapOvr>
      <a:masterClrMapping xmlns:a="http://schemas.openxmlformats.org/drawingml/2006/main"/>
    </p:clrMapOvr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Distribution of Leads ,Distribution of Conversions ,Total Leads by Campaign ,Total Spend by Campaign ,textbox ,slicer ,actionButton. Please refer to the notes on this slide for details">
            <a:hlinkClick xmlns:r="http://schemas.openxmlformats.org/officeDocument/2006/relationships" xmlns:a="http://schemas.openxmlformats.org/drawingml/2006/main" r:id="RelId1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7503316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bar_chart</a:t>
            </a:r>
          </a:p>
        </p:txBody>
      </p:sp>
    </p:spTree>
    <p:clrMapOvr>
      <a:masterClrMapping xmlns:a="http://schemas.openxmlformats.org/drawingml/2006/main"/>
    </p:clrMapOvr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#Name of Power BI report#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Brian Butler</cp:lastModifiedBy>
  <cp:revision>4</cp:revision>
  <dcterms:created xsi:type="dcterms:W3CDTF">2016-09-04T11:54:55Z</dcterms:created>
  <dcterms:modified xsi:type="dcterms:W3CDTF">2020-11-25T15:29:01Z</dcterms:modified>
</cp:coreProperties>
</file>